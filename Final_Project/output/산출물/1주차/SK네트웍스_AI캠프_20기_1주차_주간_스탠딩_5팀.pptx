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Google Shape;1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" name="Google Shape;4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929262" y="1371600"/>
            <a:ext cx="128517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SKN20-FINAL-5team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2158762" y="1828800"/>
            <a:ext cx="482632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Engineering Gym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2345179" y="2705100"/>
            <a:ext cx="445349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LLM 활용 AI 모의면접 시스템 구축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3783681" y="3505200"/>
            <a:ext cx="157634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1주차 주간 스탠딩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571500" y="12573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1주차 진행 상황 요약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71500" y="2095500"/>
            <a:ext cx="8001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71500" y="209550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프로젝트 주제 선정</a:t>
            </a: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— LLM 기반 엔지니어 역량 훈련 플랫폼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71500" y="255270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작성</a:t>
            </a: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— 5개 Practice 트랙 설계 및 구조화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71500" y="300990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WBS 작성</a:t>
            </a: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— 작업 분해 구조 및 일정 계획 수립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71500" y="346710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요구사항 정의서 작성</a:t>
            </a: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— 기능 및 비기능 요구사항 문서화</a:t>
            </a:r>
            <a:endParaRPr sz="15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1" sz="15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571500" y="392430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멘토링</a:t>
            </a:r>
            <a:endParaRPr sz="15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1" sz="15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571500" y="76959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 공통 진행 내용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71500" y="1607790"/>
            <a:ext cx="8001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571500" y="16077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Engineering Gym 전체 시스템 아키텍처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571500" y="20649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프로젝트 전반 용어 정리 및 개념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571500" y="25221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멘토 피드백 반영 및 개선 사항 적용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71500" y="29793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개인별 추가 학습 및 이해도 정리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71500" y="3855690"/>
            <a:ext cx="8001000" cy="518071"/>
          </a:xfrm>
          <a:prstGeom prst="roundRect">
            <a:avLst>
              <a:gd fmla="val 14708" name="adj"/>
            </a:avLst>
          </a:prstGeom>
          <a:solidFill>
            <a:srgbClr val="F9FA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5"/>
          <p:cNvCxnSpPr/>
          <p:nvPr/>
        </p:nvCxnSpPr>
        <p:spPr>
          <a:xfrm>
            <a:off x="590550" y="3855690"/>
            <a:ext cx="0" cy="518071"/>
          </a:xfrm>
          <a:prstGeom prst="straightConnector1">
            <a:avLst/>
          </a:prstGeom>
          <a:noFill/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5"/>
          <p:cNvSpPr/>
          <p:nvPr/>
        </p:nvSpPr>
        <p:spPr>
          <a:xfrm>
            <a:off x="762000" y="4008090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모든 팀원이 동일하게 수행한 공통 작업입니다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90550" y="341754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Code Practice 개인별 UI, 기능 구체화 및 토론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571500" y="76959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WBS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71500" y="1607790"/>
            <a:ext cx="8001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571500" y="16077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71500" y="20649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571500" y="25221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71500" y="297939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762000" y="4008090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90550" y="3417540"/>
            <a:ext cx="816102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도표, 그래프, 라인, 스크린샷이(가) 표시된 사진&#10;&#10;AI 생성 콘텐츠는 정확하지 않을 수 있습니다." id="56" name="Google Shape;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738" y="1150590"/>
            <a:ext cx="7772400" cy="3070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571500" y="85725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571500" y="146685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이지은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571500" y="2228850"/>
            <a:ext cx="8001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762000" y="222885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회의 진행 및 회의록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762000" y="264795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System Practice DB 구조 형성 및 구현 시도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762000" y="306705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전체 학습 및 질의사항 정리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62000" y="348615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온라인 회의 보고 대비 질의 정리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762000" y="390525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System Architecture 정밀 학습 및 간이 구현 시도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"/>
          <p:cNvSpPr/>
          <p:nvPr/>
        </p:nvSpPr>
        <p:spPr>
          <a:xfrm>
            <a:off x="571500" y="10668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571500" y="167640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권규리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571500" y="2438400"/>
            <a:ext cx="8001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762000" y="24384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프로젝트 용어 정리 및 꼬리/심화 질문 정리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762000" y="28575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</a:rPr>
              <a:t>화면설계서 가안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762000" y="32766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Code Practice 트랙 간이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762000" y="36957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임시 구상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571500" y="10668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571500" y="167640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김황현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571500" y="2438400"/>
            <a:ext cx="8001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762000" y="24384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Agent Practice 트랙 간이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762000" y="28575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전체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762000" y="32766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요구사항 정의서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762000" y="36957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UI 임시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/>
          <p:nvPr/>
        </p:nvSpPr>
        <p:spPr>
          <a:xfrm>
            <a:off x="571500" y="10668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571500" y="167640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박찬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571500" y="2438400"/>
            <a:ext cx="8001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762000" y="24384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Engineering Gym 용어 정리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762000" y="28575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수정 및 전체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762000" y="32766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Debug Practice 트랙 간이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762000" y="36957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WBS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571500" y="10668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571500" y="167640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최소영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571500" y="2438400"/>
            <a:ext cx="8001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762000" y="24384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초안 도식화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762000" y="28575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아키텍처 HTML 형태로 공유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762000" y="32766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Ops Practice 트랙 간이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762000" y="36957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전체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/>
          <p:nvPr/>
        </p:nvSpPr>
        <p:spPr>
          <a:xfrm>
            <a:off x="571500" y="1066800"/>
            <a:ext cx="409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팀원별 진행 사항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571500" y="1676400"/>
            <a:ext cx="4090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97316"/>
                </a:solidFill>
                <a:latin typeface="Arial"/>
                <a:ea typeface="Arial"/>
                <a:cs typeface="Arial"/>
                <a:sym typeface="Arial"/>
              </a:rPr>
              <a:t>황수현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571500" y="2438400"/>
            <a:ext cx="80010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762000" y="24384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Engineering Gym 용어 정리 및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762000" y="28575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Ops Practice 트랙 간이 구현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762000" y="32766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시스템 아키텍처 전체 학습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762000" y="3695700"/>
            <a:ext cx="796671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1주차 주간 스탠딩 PPT 작성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